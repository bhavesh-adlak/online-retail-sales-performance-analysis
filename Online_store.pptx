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2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9D6E6-15CF-4B83-B1C9-6CF298EC7C1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31C35-8BE0-4AEC-A6E2-B893F741D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14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31C35-8BE0-4AEC-A6E2-B893F741DFF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76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92F2-A79A-C22D-6DB0-C01A52F47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4B54D-524B-1961-9AB7-1CB31D0A5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6135A-0E15-54DB-87E9-93035B65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85FA8-6551-F0F7-6A4C-F7D62814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B809A-8E0E-ADCE-E6A2-BEE413B7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6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0CD0-AC05-3657-9B5E-0E3F3BB7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FE4A-3947-4209-334B-751AFEDFE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AD08-1378-AD3A-8030-3DE5BC4DB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1A829-647D-8DC7-DE30-06F6DFD9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6D38C-BA9A-53D5-1CBC-5EBB0FE9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8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91E2-4211-2772-B599-E227C07E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FF128-36B6-2A3D-7600-8A19B8A5A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41158-87B6-2D59-B5BE-17D7D783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AB1D-276D-47A9-CEEE-3F6912EB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A3E10-79A4-BB86-A0E1-0E3C9CCF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69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6F6D-FF75-45CA-34C5-1F816BF8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A9547-DB08-58D1-CC87-3B1335AF4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FF1D7-6604-DDBD-1087-22582ECD5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72C71-5ABB-EBB1-F087-9E41E470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AA52-8321-4156-C091-113A57DD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5B689-CB48-0091-BA9B-EAD2945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23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3B27-7EBC-E968-F57C-17020360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8E84-F126-36FE-7A07-026484CF1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1CC9E-D3E5-27D0-5288-E9CACA70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CF34E-E66B-C9D8-5306-958152989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C2A6C-3CD0-7E0A-C1F0-C5673E383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0508-D66B-E1AA-B7B2-40DCA464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C9EFF-B404-3599-6E90-B474DD40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B544B-B54D-16D7-2A21-D2778DB3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97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6A58-7794-F1B3-5CB1-9966FF02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3C265-55D9-3376-2723-4A891629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D94BF-F941-6369-3174-D61BA778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194DA-31FA-B086-DBD8-BFEB89C7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8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D9104-3114-3C42-A112-01027F80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1ABCB-EB1D-44B3-2B4F-9DC1F568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4A839-73E4-2289-91F3-4433B9EE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14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B4D7-BAE7-36DA-6C9C-1C1415885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9F7BA-C953-A87B-42A8-0922B69BB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8EC89-0242-F731-F8D3-4DD747BF5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EA5BE-42CB-3EE8-2454-D3A14BFA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DFD5C-0C5D-65C1-6855-C7D15234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A9C4C-5EA0-157D-10DB-052F04FD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17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ED9F-608F-0D99-305F-CFEDD6A0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C1F92-932F-9FE2-F017-C72015439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534E3-1606-5396-671F-711222B7B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F04B9-AAA8-106F-6F81-BFB5C1C3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8EC3D-9F9B-C265-0C74-FB8D3FAE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3847F-034F-C1D6-08CE-8A0D11FC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0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3093-4938-AB4F-5DAE-130ACE41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3F0DA-6D13-8A17-5BB5-A9B70E8BB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B111D-7AFA-8CAD-AB1C-0B87C4AE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2930C-7A34-9489-920B-08D0E605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8C3E8-894F-A960-AA1A-434E3D2F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21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371E8-C1DB-2625-EC26-54EA784FB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58842-F4B8-4DC1-EFAF-6426AA1CE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7F40C-6099-CD91-243F-10F5BB37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8A29-2129-9ABE-06CD-7B80ABE2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93440-954E-C5A7-4A37-D6EEF399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66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A58AE-21E0-5051-AEF2-6DD8AA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F56C3-CCFA-E2E1-B4B3-7EFBEA019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DF97-3186-2B7B-D133-A6341BB70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223CF-3D30-46A9-A941-B572FE869C21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D13FD-21C5-79F8-5324-18E2CC49F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6564-4119-02B1-42DC-5F2668D6E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284B9-B859-474C-B959-A4BDE92E8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64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D7F03C-1F57-FBAC-9BEE-7DD282F85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0"/>
            <a:ext cx="122936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5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94A18-4CEA-046B-61E9-D6892AD7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1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04097-B904-AF82-7029-E406A73F9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48026" cy="694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6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6D9F3-7C40-4A42-E893-F676C4BB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4" y="0"/>
            <a:ext cx="12124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18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C2930-1005-0EDC-9A7E-E3934264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4" y="0"/>
            <a:ext cx="12124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D521C-A99A-F4B4-6202-A45F74217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0"/>
            <a:ext cx="1213209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3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DDB52-D215-DFBC-13CC-578842E9E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" y="0"/>
            <a:ext cx="1213971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8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E1CA2-0692-9772-741D-9EF93F371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0"/>
            <a:ext cx="12132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E4100-55CA-DDB8-A041-8B32D73A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629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6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0B452-8F57-0520-D9FD-1DBA602C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0"/>
            <a:ext cx="12132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1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CEA3A6-E80D-901B-4688-F0218DACE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6" y="0"/>
            <a:ext cx="12117456" cy="680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67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8913F-753E-0084-9C00-56C45532C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060" y="0"/>
            <a:ext cx="12270060" cy="681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3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9412BE-4D1A-97D5-4A55-C040FE364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74"/>
            <a:ext cx="12192000" cy="68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1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7401F6-395C-B171-146F-290FB0CA4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28"/>
            <a:ext cx="12192000" cy="678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99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91A18-EE3A-4E4E-6340-90174AB84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8"/>
            <a:ext cx="12192000" cy="68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23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755E0-2403-A85A-11B3-FDE6D446E2D4}"/>
              </a:ext>
            </a:extLst>
          </p:cNvPr>
          <p:cNvSpPr txBox="1"/>
          <p:nvPr/>
        </p:nvSpPr>
        <p:spPr>
          <a:xfrm>
            <a:off x="132080" y="0"/>
            <a:ext cx="1205992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Despite a decline in sales in 2015 compared to 2014, profit showed an increase, indicating improved 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 highest growth in profit was observed between 2015 and 2016, with a larger margin compared to other 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Technology is the most profitable Category, while Furniture underperforms in terms of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West region contributes the highest sales and profit.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75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A31F3-6380-7A1E-F920-02753D14D823}"/>
              </a:ext>
            </a:extLst>
          </p:cNvPr>
          <p:cNvSpPr txBox="1"/>
          <p:nvPr/>
        </p:nvSpPr>
        <p:spPr>
          <a:xfrm>
            <a:off x="4378960" y="2620109"/>
            <a:ext cx="431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1210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70</Words>
  <Application>Microsoft Office PowerPoint</Application>
  <PresentationFormat>Widescreen</PresentationFormat>
  <Paragraphs>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adlak</dc:creator>
  <cp:lastModifiedBy>bhavesh adlak</cp:lastModifiedBy>
  <cp:revision>2</cp:revision>
  <dcterms:created xsi:type="dcterms:W3CDTF">2026-03-30T04:44:39Z</dcterms:created>
  <dcterms:modified xsi:type="dcterms:W3CDTF">2026-03-30T06:11:22Z</dcterms:modified>
</cp:coreProperties>
</file>